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3" r:id="rId8"/>
    <p:sldId id="265" r:id="rId9"/>
    <p:sldId id="264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51" autoAdjust="0"/>
    <p:restoredTop sz="94660"/>
  </p:normalViewPr>
  <p:slideViewPr>
    <p:cSldViewPr snapToGrid="0">
      <p:cViewPr varScale="1">
        <p:scale>
          <a:sx n="78" d="100"/>
          <a:sy n="78" d="100"/>
        </p:scale>
        <p:origin x="103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8C8C9-3E97-4988-83D8-C25C079F40A3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6A427-BDF7-4D65-ABB6-B6C16DCE03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93296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8C8C9-3E97-4988-83D8-C25C079F40A3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8096A427-BDF7-4D65-ABB6-B6C16DCE03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0047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8C8C9-3E97-4988-83D8-C25C079F40A3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6A427-BDF7-4D65-ABB6-B6C16DCE03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355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8C8C9-3E97-4988-83D8-C25C079F40A3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6A427-BDF7-4D65-ABB6-B6C16DCE03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1845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8C8C9-3E97-4988-83D8-C25C079F40A3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6A427-BDF7-4D65-ABB6-B6C16DCE03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9608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8C8C9-3E97-4988-83D8-C25C079F40A3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6A427-BDF7-4D65-ABB6-B6C16DCE03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5389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8C8C9-3E97-4988-83D8-C25C079F40A3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6A427-BDF7-4D65-ABB6-B6C16DCE03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0372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8C8C9-3E97-4988-83D8-C25C079F40A3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6A427-BDF7-4D65-ABB6-B6C16DCE03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95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8C8C9-3E97-4988-83D8-C25C079F40A3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6A427-BDF7-4D65-ABB6-B6C16DCE03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0692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8C8C9-3E97-4988-83D8-C25C079F40A3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6A427-BDF7-4D65-ABB6-B6C16DCE03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0933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8C8C9-3E97-4988-83D8-C25C079F40A3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6A427-BDF7-4D65-ABB6-B6C16DCE03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74008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8C8C9-3E97-4988-83D8-C25C079F40A3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6A427-BDF7-4D65-ABB6-B6C16DCE03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14143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8C8C9-3E97-4988-83D8-C25C079F40A3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6A427-BDF7-4D65-ABB6-B6C16DCE03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80494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8C8C9-3E97-4988-83D8-C25C079F40A3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6A427-BDF7-4D65-ABB6-B6C16DCE03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17501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8C8C9-3E97-4988-83D8-C25C079F40A3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6A427-BDF7-4D65-ABB6-B6C16DCE03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12968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8C8C9-3E97-4988-83D8-C25C079F40A3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6A427-BDF7-4D65-ABB6-B6C16DCE03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49100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8C8C9-3E97-4988-83D8-C25C079F40A3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6A427-BDF7-4D65-ABB6-B6C16DCE03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77367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438C8C9-3E97-4988-83D8-C25C079F40A3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096A427-BDF7-4D65-ABB6-B6C16DCE03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2224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6A1FF-A2D9-1C51-4E45-9FEA63E0A4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59858" y="2235200"/>
            <a:ext cx="8465574" cy="2387600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000" b="1" dirty="0">
                <a:solidFill>
                  <a:srgbClr val="00206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Comparative Technical Analysis of Image Processing and Computer Vision</a:t>
            </a:r>
            <a:br>
              <a:rPr lang="en-IN" sz="40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</a:br>
            <a:br>
              <a:rPr lang="en-IN" sz="40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</a:br>
            <a:endParaRPr lang="en-IN" sz="40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8A797C-DE9B-5192-D203-CEF3E9B718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05368" y="4905053"/>
            <a:ext cx="4778477" cy="1655762"/>
          </a:xfrm>
        </p:spPr>
        <p:txBody>
          <a:bodyPr>
            <a:normAutofit fontScale="25000" lnSpcReduction="20000"/>
          </a:bodyPr>
          <a:lstStyle/>
          <a:p>
            <a:r>
              <a:rPr lang="en-US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A.Shiva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Shankar Reddy(192425174)</a:t>
            </a:r>
          </a:p>
          <a:p>
            <a:r>
              <a:rPr lang="en-IN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K.Mounith</a:t>
            </a: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(192425090)</a:t>
            </a:r>
          </a:p>
          <a:p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B.TECH –AIML</a:t>
            </a:r>
          </a:p>
          <a:p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SIMATS ENGINEERING</a:t>
            </a:r>
            <a:endParaRPr lang="en-IN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CA1298-F339-7620-2656-FE5065A28DC9}"/>
              </a:ext>
            </a:extLst>
          </p:cNvPr>
          <p:cNvSpPr txBox="1"/>
          <p:nvPr/>
        </p:nvSpPr>
        <p:spPr>
          <a:xfrm>
            <a:off x="0" y="5604387"/>
            <a:ext cx="311682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Dr.Carmel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Mery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Belinda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SIMATS ENGINEERING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71EA42-EB01-208D-2AC1-B508D961356A}"/>
              </a:ext>
            </a:extLst>
          </p:cNvPr>
          <p:cNvSpPr txBox="1"/>
          <p:nvPr/>
        </p:nvSpPr>
        <p:spPr>
          <a:xfrm>
            <a:off x="1691149" y="849726"/>
            <a:ext cx="96257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Batch-04 TECHNICAL PRESENTATION </a:t>
            </a:r>
            <a:endParaRPr lang="en-IN" sz="4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1654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A1AB6-1043-4AC1-D9D3-8943D0685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3808" y="489155"/>
            <a:ext cx="10018713" cy="838200"/>
          </a:xfrm>
        </p:spPr>
        <p:txBody>
          <a:bodyPr>
            <a:normAutofit/>
          </a:bodyPr>
          <a:lstStyle/>
          <a:p>
            <a:pPr algn="ctr"/>
            <a:r>
              <a:rPr lang="en-IN" sz="44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26731-C959-4426-D2F6-179364FF9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0374" y="2122871"/>
            <a:ext cx="7236541" cy="4351338"/>
          </a:xfrm>
        </p:spPr>
        <p:txBody>
          <a:bodyPr>
            <a:normAutofit fontScale="85000" lnSpcReduction="20000"/>
          </a:bodyPr>
          <a:lstStyle/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Focuses on improving or modifying digital images.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operations such as filtering, enhancement, restoration, and compression.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Produces an improved version of the original image.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computers to understand and interpret images or videos.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Artificial Intelligence and Deep Learning to recognize objects and make decisions.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Produces meaningful information rather than just an enhanced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image.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AI generated image">
            <a:extLst>
              <a:ext uri="{FF2B5EF4-FFF2-40B4-BE49-F238E27FC236}">
                <a16:creationId xmlns:a16="http://schemas.microsoft.com/office/drawing/2014/main" id="{64DEE708-06F6-A72F-FD1B-6C561A3122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5406" y="2122871"/>
            <a:ext cx="3716594" cy="3324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03685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A5831-0403-A653-4562-5CBA31A59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4479" y="2611"/>
            <a:ext cx="10018713" cy="1070309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sz="44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509108-60A8-69AB-CA31-4C046FF3AF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3665" y="1825625"/>
            <a:ext cx="6577780" cy="4351338"/>
          </a:xfrm>
        </p:spPr>
        <p:txBody>
          <a:bodyPr>
            <a:normAutofit fontScale="92500" lnSpcReduction="1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the concept of Image Processing.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the concept of Computer Vision.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compare both technologies based on their scope and functionality.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techniques and algorithms used in each domain.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study real-world applications.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advantages and limitations.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how Image Processing supports Computer Vision.</a:t>
            </a:r>
          </a:p>
          <a:p>
            <a:endParaRPr lang="en-IN" dirty="0"/>
          </a:p>
        </p:txBody>
      </p:sp>
      <p:pic>
        <p:nvPicPr>
          <p:cNvPr id="2050" name="Picture 2" descr="AI generated image">
            <a:extLst>
              <a:ext uri="{FF2B5EF4-FFF2-40B4-BE49-F238E27FC236}">
                <a16:creationId xmlns:a16="http://schemas.microsoft.com/office/drawing/2014/main" id="{9F77DDDF-E356-C35D-BF9F-2C8CA5A073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1445" y="2079855"/>
            <a:ext cx="4070555" cy="3705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67969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D2397-65E1-C4EC-14A9-04F267F32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4647" y="1"/>
            <a:ext cx="10018713" cy="1366684"/>
          </a:xfrm>
        </p:spPr>
        <p:txBody>
          <a:bodyPr>
            <a:normAutofit/>
          </a:bodyPr>
          <a:lstStyle/>
          <a:p>
            <a:pPr algn="ctr"/>
            <a:r>
              <a:rPr lang="en-I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07FE9-BE9E-5984-C603-5613233AA5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4647" y="1825625"/>
            <a:ext cx="6774786" cy="4351338"/>
          </a:xfrm>
        </p:spPr>
        <p:txBody>
          <a:bodyPr>
            <a:normAutofit fontScale="925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applications such as healthcare, autonomous vehicles, surveillance, robotics, and industrial automation require computers to process and interpret visual information accurately.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many people confuse Image Processing with Computer Vision, even though they solve different problems.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study aims to compare both domains by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their objectives, workflows, techniques, outputs, applications, advantages, and limitations to clearly understand their roles in intelligent visual systems.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046877-7917-ECB5-A83D-1DBDCE7EF4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9433" y="1690688"/>
            <a:ext cx="3975765" cy="4070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294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5A304-ACFA-C78D-B36D-ECC96A600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4143" y="270637"/>
            <a:ext cx="10018713" cy="739878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9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  <a:br>
              <a:rPr lang="en-IN" b="1" dirty="0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1F7FF1B-B13D-E24B-92D6-F5587ABEBD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23536" y="1425678"/>
            <a:ext cx="6528620" cy="5161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965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B8B7D-4588-C5CC-9D7D-061225E44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1275" y="22276"/>
            <a:ext cx="10018713" cy="975852"/>
          </a:xfrm>
        </p:spPr>
        <p:txBody>
          <a:bodyPr>
            <a:normAutofit/>
          </a:bodyPr>
          <a:lstStyle/>
          <a:p>
            <a:pPr algn="ctr"/>
            <a:r>
              <a:rPr lang="en-IN" sz="44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Techniques &amp;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F99AE3-1FCA-EBDA-C0FA-127D0926C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39413" y="1315065"/>
            <a:ext cx="5159477" cy="4893648"/>
          </a:xfrm>
        </p:spPr>
        <p:txBody>
          <a:bodyPr>
            <a:normAutofit fontScale="25000" lnSpcReduction="20000"/>
          </a:bodyPr>
          <a:lstStyle/>
          <a:p>
            <a:r>
              <a:rPr lang="en-IN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Processing Techniques</a:t>
            </a:r>
          </a:p>
          <a:p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Filtering</a:t>
            </a:r>
          </a:p>
          <a:p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Histogram Equalization</a:t>
            </a:r>
          </a:p>
          <a:p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Detection</a:t>
            </a:r>
          </a:p>
          <a:p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Thresholding</a:t>
            </a:r>
          </a:p>
          <a:p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Segmentation</a:t>
            </a:r>
          </a:p>
          <a:p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Morphological Operations</a:t>
            </a:r>
          </a:p>
          <a:p>
            <a:r>
              <a:rPr lang="en-IN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</a:t>
            </a:r>
          </a:p>
          <a:p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Gaussian Filter</a:t>
            </a:r>
          </a:p>
          <a:p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Median Filter</a:t>
            </a:r>
          </a:p>
          <a:p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Sobel Operator</a:t>
            </a:r>
          </a:p>
          <a:p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Canny Edge Detector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E11D6A-1AB6-4F77-882F-95F13D769F3F}"/>
              </a:ext>
            </a:extLst>
          </p:cNvPr>
          <p:cNvSpPr txBox="1"/>
          <p:nvPr/>
        </p:nvSpPr>
        <p:spPr>
          <a:xfrm>
            <a:off x="7541342" y="1297859"/>
            <a:ext cx="4461387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Techniques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Classification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Detection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Tracking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 Recognition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Segmentation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R-CNN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SSD</a:t>
            </a:r>
          </a:p>
          <a:p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ResNet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 Transformer (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000388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73E89-C99E-3F70-CEC4-58E43A644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4143" y="0"/>
            <a:ext cx="10018713" cy="1300316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  <a:endParaRPr lang="en-IN" sz="44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05F10-A8F3-77FF-D019-F9BE035CA7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9813" y="1943612"/>
            <a:ext cx="5474110" cy="4351338"/>
          </a:xfrm>
        </p:spPr>
        <p:txBody>
          <a:bodyPr>
            <a:norm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Image Processing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Image Enhancement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Satellite Image Processing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Photo Editing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Compression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Fingerprint Recognition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 Scanning</a:t>
            </a:r>
            <a:br>
              <a:rPr lang="en-IN" sz="2400" dirty="0"/>
            </a:br>
            <a:endParaRPr lang="en-IN" sz="2400" dirty="0"/>
          </a:p>
          <a:p>
            <a:endParaRPr lang="en-IN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BFD012-8EE4-6BC9-E123-DC93EBC4EDB7}"/>
              </a:ext>
            </a:extLst>
          </p:cNvPr>
          <p:cNvSpPr txBox="1"/>
          <p:nvPr/>
        </p:nvSpPr>
        <p:spPr>
          <a:xfrm>
            <a:off x="7197213" y="1779639"/>
            <a:ext cx="464082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Computer Vision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Self-driving Cars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 Recognition Systems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Surveillance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Robotics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OCR (Text Recognition)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Diagnosis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Industrial Automation</a:t>
            </a:r>
          </a:p>
        </p:txBody>
      </p:sp>
    </p:spTree>
    <p:extLst>
      <p:ext uri="{BB962C8B-B14F-4D97-AF65-F5344CB8AC3E}">
        <p14:creationId xmlns:p14="http://schemas.microsoft.com/office/powerpoint/2010/main" val="34473551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E22FD-6BC8-B187-4862-20F78D890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1627" y="232440"/>
            <a:ext cx="10018713" cy="897194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 </a:t>
            </a:r>
            <a:endParaRPr lang="en-IN" b="1"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AB02B8-5FEF-7563-C82A-95E3966E19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1627" y="1496168"/>
            <a:ext cx="6617470" cy="4351338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en-US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 Integration</a:t>
            </a:r>
            <a:endParaRPr lang="en-US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 accuracy using AI and Deep Learning.</a:t>
            </a:r>
          </a:p>
          <a:p>
            <a:pPr algn="l"/>
            <a:r>
              <a:rPr lang="en-US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Applications</a:t>
            </a:r>
            <a:endParaRPr lang="en-US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Used in smart cities, traffic control, and surveillance.</a:t>
            </a:r>
          </a:p>
          <a:p>
            <a:pPr algn="l"/>
            <a:r>
              <a:rPr lang="en-US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Healthcare Improvements</a:t>
            </a:r>
            <a:endParaRPr lang="en-US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Better disease detection using medical images.</a:t>
            </a:r>
          </a:p>
          <a:p>
            <a:pPr algn="l"/>
            <a:r>
              <a:rPr lang="en-US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Smart Vision Systems</a:t>
            </a:r>
            <a:endParaRPr lang="en-US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 robots, self-driving cars, AR, and VR.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726C6D-5D51-2BE0-9510-C59BA240DF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2749" y="1932832"/>
            <a:ext cx="4019251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6258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674DB-7A65-293C-B9E9-5F357CA7A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1378974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D98549-7BB7-540B-D25B-A01AA7D214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Processing enhances and transforms digital images using filtering, segmentation, restoration, and enhancement techniques.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uses Artificial Intelligence and Deep Learning to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images, recognize objects, and make intelligent decisions.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technologies complement each other in modern applications such as healthcare, autonomous vehicles, security, robotics, and industrial automation.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the differences between these domains helps in selecting the appropriate technology for solving real-world visual computing problems.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46534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6797F-AA83-7930-A03C-E6B92BEB6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22E68-7D02-636E-329C-455AB51025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098" name="Picture 2" descr="1,000+ Best Thank You Images · 100% Free Download · Pexels Stock Photos">
            <a:extLst>
              <a:ext uri="{FF2B5EF4-FFF2-40B4-BE49-F238E27FC236}">
                <a16:creationId xmlns:a16="http://schemas.microsoft.com/office/drawing/2014/main" id="{62A9B732-3B5C-8190-F0D5-C639DF9184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926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709209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45</TotalTime>
  <Words>477</Words>
  <Application>Microsoft Office PowerPoint</Application>
  <PresentationFormat>Widescreen</PresentationFormat>
  <Paragraphs>87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Corbel</vt:lpstr>
      <vt:lpstr>Times New Roman</vt:lpstr>
      <vt:lpstr>Parallax</vt:lpstr>
      <vt:lpstr>Comparative Technical Analysis of Image Processing and Computer Vision  </vt:lpstr>
      <vt:lpstr> Introduction</vt:lpstr>
      <vt:lpstr>Objectives</vt:lpstr>
      <vt:lpstr>Problem Statement</vt:lpstr>
      <vt:lpstr>Architecture Diagram </vt:lpstr>
      <vt:lpstr>Techniques &amp; Algorithms</vt:lpstr>
      <vt:lpstr>Applications</vt:lpstr>
      <vt:lpstr>FUTURE SCOPE 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Ambati Shiva Shankar Reddy</dc:creator>
  <cp:lastModifiedBy>kokamounith@gmail.com</cp:lastModifiedBy>
  <cp:revision>4</cp:revision>
  <dcterms:created xsi:type="dcterms:W3CDTF">2026-07-24T06:19:31Z</dcterms:created>
  <dcterms:modified xsi:type="dcterms:W3CDTF">2026-07-25T13:10:30Z</dcterms:modified>
</cp:coreProperties>
</file>